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ClassExpert vers SchoolArt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ISM — Dakar, Senegal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d'audit &amp; plan de migration — Mars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cles de l'extraction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done / 8 skip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2 332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ecoles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31 850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Eleves uniques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58 224 bruts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1.29M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665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1 293 879 entrees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526 bruts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29260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56032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032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331 brutes normalisees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4 207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66344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Matieres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926080"/>
            <a:ext cx="192024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6656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ans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76656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2017-2026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par etablissement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822960"/>
                <a:gridCol w="914400"/>
                <a:gridCol w="137160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Annees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Assiduite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Ecole d'Ingénieurs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10 314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307 152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27 343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Ecole de Droit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9 351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246 081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31 386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Ecole de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12 562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399 794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62 114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Graduate School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8 167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148 326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35 562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Madiba Leadership Institut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4 477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99 865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11 692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&amp; ISF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4 983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33 654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20 466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3 112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4 536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Qualite des donnees eleves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7440" y="114300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1143000"/>
            <a:ext cx="4174236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1828800"/>
            <a:ext cx="3982212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87.1%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naissance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251460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2514600"/>
            <a:ext cx="4192524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77440" y="320040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3200400"/>
            <a:ext cx="3602736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154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77440" y="388620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886200"/>
            <a:ext cx="3396996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74.3%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Problemes identifies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331 variantes de nationalite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reduites a 52 apres nettoyage (typos, villes, doublons)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35/65 licences avec des ressources manquantes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(notes ou assiduite non scrapees pour certaines classes)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de doublons eleves inter-licences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destination : SchoolArt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7.2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Platform 3.0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Doctrine ORM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85+ entites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controllers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5603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14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services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Highcharts / PDFTron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Scolarite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Interconnexion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Ecarts ClassExpert vs SchoolArt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financier complet (factures, paiements, bourses) : absent de ClassExpert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de documents (bulletins, attestations, cartes) : a creer dans SchoolArt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permissions granulaires (Profile/Droit) : configuration manuelle requise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Photos, planning, sanctions, soutenances : non disponibles dans ClassExpert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source vers destination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9260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ClassExpert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Entite SchoolArt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Champs principaux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pupils.json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Etudiant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Nom, Prenom, Sexe, Email...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_notes/*.json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CC, Examen, Matiere, Periode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_assiduite/*.json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Absences, Justifiees, Periode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class_fields.json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Matiere + 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Coeff, Bareme, Credits, Prof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main.json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 + Niveau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Nom, Niveau, Filiere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teachers.json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Professeur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 complet a decomposer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periods.json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Nom, Dates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Dossier licence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 + Annee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Ecole, Annee scolaire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migration — 8 semaines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789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S1-S2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0058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Finaliser extraction, nettoyage nationalites/notes/doublons, export JSON normalise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83664"/>
            <a:ext cx="502920" cy="502920"/>
          </a:xfrm>
          <a:prstGeom prst="ellipse">
            <a:avLst/>
          </a:prstGeom>
          <a:solidFill>
            <a:srgbClr val="1E5A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d'import 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S3-S4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181051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Commandes Symfony par entite, gestion doublons, mode dry-run, logs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404872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88336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6151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pilote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907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615184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ecole en test, verification integrite, validation frontend Angular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209544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49300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34198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complete  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712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S6-S7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3419856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ecoles, controles de coherence, alimentation modules manuels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014216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Bascule &amp; suivi  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5171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422452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incrementale, formation utilisateurs, desactivation ClassExpert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 cles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2926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2926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critique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Nationalites (algo Levenshtein)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format FR &gt; numerique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31 850 uniques / 58 224 bruts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Relancer scraper sur 35 licences incompletes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2926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73152" cy="2926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Enrichissement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sexe par prenom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emails institutionnels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noms enseignants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niveaux (L1-M2)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2926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73152" cy="2926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migrable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financieres (manuel)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identite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/ emplois du temps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Sanctions, soutenances, documents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principal : resistance au changement — prevoir formation et periode de cohabitation des 2 systemes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ETAPES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donnees nettoyees via le dashboard temps reel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Completer les extractions manquantes (35 licences)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Developper les scripts d'import Symfony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la migration pilote sur 1 ecole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Planifier la formation et la bascule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ISM — Mars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ClassExpert — SchoolArt</dc:title>
  <dc:subject>PptxGenJS Presentation</dc:subject>
  <dc:creator>Groupe ISM</dc:creator>
  <cp:lastModifiedBy>Groupe ISM</cp:lastModifiedBy>
  <cp:revision>1</cp:revision>
  <dcterms:created xsi:type="dcterms:W3CDTF">2026-03-30T23:21:59Z</dcterms:created>
  <dcterms:modified xsi:type="dcterms:W3CDTF">2026-03-30T23:21:59Z</dcterms:modified>
</cp:coreProperties>
</file>