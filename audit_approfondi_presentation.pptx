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04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APPROFONDI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0251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ClassExpert — Migration SchoolArt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 ISM — Mars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d'ensemble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011680" cy="73152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Établissements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005840"/>
            <a:ext cx="20116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2,332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1481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Groupes d'élèves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201168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31,850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1481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Élèves uniques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1005840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005840"/>
            <a:ext cx="201168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1.29M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1481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Enregistrements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011680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011680"/>
            <a:ext cx="2011680" cy="73152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4,394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" y="2487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Matières uniques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2670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0" y="2011680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0" y="2011680"/>
            <a:ext cx="20116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265176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651760" y="2487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Nationalités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51760" y="2670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représentés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011680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011680"/>
            <a:ext cx="201168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754880" y="2487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2670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humaines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2011680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66560" y="2011680"/>
            <a:ext cx="201168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858000" y="2487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 d'historique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2670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archivées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qualité des données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520180"/>
              </p:ext>
            </p:extLst>
          </p:nvPr>
        </p:nvGraphicFramePr>
        <p:xfrm>
          <a:off x="1371600" y="1005840"/>
          <a:ext cx="6400800" cy="32918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Domaine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Score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Statut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Intégrité notes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</a:rPr>
                        <a:t>98.5%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Complétude élèves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</a:rPr>
                        <a:t>85%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D97706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Matières (doublons)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</a:rPr>
                        <a:t>87%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D97706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UE (couverture)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</a:rPr>
                        <a:t>53%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DC2626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1E293B"/>
                          </a:solidFill>
                        </a:rPr>
                        <a:t>Périodes</a:t>
                      </a: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lang="fr-S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(couverture)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</a:rPr>
                        <a:t>75%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D97706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1E293B"/>
                          </a:solidFill>
                        </a:rPr>
                        <a:t>Assiduité</a:t>
                      </a: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lang="fr-S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(couverture)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</a:rPr>
                        <a:t>90%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Cross-références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</a:rPr>
                        <a:t>●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Matières — Problèmes identifiés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00400" cy="1005840"/>
          </a:xfrm>
          <a:prstGeom prst="rect">
            <a:avLst/>
          </a:prstGeom>
          <a:solidFill>
            <a:srgbClr val="F1F5F9"/>
          </a:solidFill>
          <a:ln w="254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Groupes doublons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200400" cy="1005840"/>
          </a:xfrm>
          <a:prstGeom prst="rect">
            <a:avLst/>
          </a:prstGeom>
          <a:solidFill>
            <a:srgbClr val="F1F5F9"/>
          </a:solidFill>
          <a:ln w="254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73152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UE vides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3200400" cy="1005840"/>
          </a:xfrm>
          <a:prstGeom prst="rect">
            <a:avLst/>
          </a:prstGeom>
          <a:solidFill>
            <a:srgbClr val="F1F5F9"/>
          </a:solidFill>
          <a:ln w="254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566160"/>
            <a:ext cx="73152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5,775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Enregistrements incomplets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005840"/>
          <a:ext cx="4846320" cy="356616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Groupe de variantes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Compte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Anglais / English / ENG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89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Français / Francais / FRE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76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Mathématiques / Math / MAT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63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Physique / Physics / PHY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52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Chimie / Chemistry / CHM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48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Périodes &amp; Sessions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548640"/>
          </a:xfrm>
          <a:prstGeom prst="rect">
            <a:avLst/>
          </a:prstGeom>
          <a:solidFill>
            <a:srgbClr val="F1F5F9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périodes à supprimer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00600" y="914400"/>
            <a:ext cx="4114800" cy="548640"/>
          </a:xfrm>
          <a:prstGeom prst="rect">
            <a:avLst/>
          </a:prstGeom>
          <a:solidFill>
            <a:srgbClr val="F1F5F9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83480" y="960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placeholders XXXX détectés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3200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École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Périodes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Madiba Academy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27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À normaliser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Saint-Louis HS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À normaliser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Ngor School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À normaliser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Dakar Primary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OK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Plateau Elite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Minimal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— Intégrité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987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390,315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enregistrées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914400"/>
            <a:ext cx="27432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987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52044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Valides 0-20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914400"/>
            <a:ext cx="27432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987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4652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peuplés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33 cas de notes uniformes suspectes détectés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21945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Classe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Notes identiques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Densité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3ème B - Math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156/162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96%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4ème A - Français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142/145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98%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5ème C - Histoire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128/130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98%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2nde D - SVT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134/138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97%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1ère ES - Philo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119/122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98%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Élèves — Complétude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37360" y="1051560"/>
            <a:ext cx="512064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1051560"/>
            <a:ext cx="5029200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0" y="1051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37360" y="1508760"/>
            <a:ext cx="512064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1508760"/>
            <a:ext cx="4576572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Nationalité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37360" y="1965960"/>
            <a:ext cx="512064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7360" y="1965960"/>
            <a:ext cx="4475988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37360" y="2423160"/>
            <a:ext cx="512064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2423160"/>
            <a:ext cx="4727448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37360" y="2880360"/>
            <a:ext cx="512064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1737360" y="2880360"/>
            <a:ext cx="3922776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2880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737360" y="3337560"/>
            <a:ext cx="512064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737360" y="3337560"/>
            <a:ext cx="2665476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DOB suspectes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 emails malformés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complétude global : 84.2%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Assiduité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223,751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enregistrées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914400"/>
            <a:ext cx="274320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0440" y="1417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164592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absences/élève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914400"/>
            <a:ext cx="274320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46520" y="1417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justification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classes à fort absentéisme (&gt;50 absences/élève)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2926080"/>
          <a:ext cx="457200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Plage absences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Nombre d'élèves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Pct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0-5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8,542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26.8%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6-15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10,234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32.1%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16-30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8,105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25.4%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31-50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3,218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10.1%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&gt;50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1,751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5.5%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Écarts source/destination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45720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ClassExpert (source)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914400"/>
            <a:ext cx="3840480" cy="45720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SchoolArt (destination)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Notes (1.29M)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Évaluations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47672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Élèves (31K)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947672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Apprenants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86584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Classes (2,332)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386584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Groupes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25496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Enseignants (202)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825496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Personnel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264408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Matières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264408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Documents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Assiduité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703320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</a:t>
            </a:r>
            <a:r>
              <a:rPr lang="en-US" sz="1200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Assiduité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4142232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Périodes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4142232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</a:t>
            </a:r>
            <a:r>
              <a:rPr lang="en-US" sz="1200" dirty="0" err="1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Périodes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nettoyage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Critique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Normaliser matières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Purger périodes obsolètes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Déduplication élèves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005840"/>
            <a:ext cx="27432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29000" y="1005840"/>
            <a:ext cx="27432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Important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16459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Enrichir UE vides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Compléter emails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Investiguer notes uniformes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005840"/>
            <a:ext cx="27432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005840"/>
            <a:ext cx="274320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Optionnel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6459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Inférence sexe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téléphones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noms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migration — 8 semaines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1280160"/>
            <a:ext cx="10515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Nettoyage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Semaines 1-2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" y="25146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approfondie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Normalisation données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0515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06040" y="1280160"/>
            <a:ext cx="10515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5146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qualité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0" y="10515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14800" y="1280160"/>
            <a:ext cx="10515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test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0" y="25146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staging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mappages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66360" y="10515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623560" y="1280160"/>
            <a:ext cx="10515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&amp; docs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Semaines 5-6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25146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équipes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10515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1792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Semaines 7-8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25146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prod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post-migration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PROCHAINES ÉTAPES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155448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Validation des données par domaine expert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Développement des scripts de nettoyage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Tests de migration sur environnement staging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Formation équipe SchoolArt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Planification déploiement production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 ISM — Mars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506</Words>
  <Application>Microsoft Macintosh PowerPoint</Application>
  <PresentationFormat>Affichage à l'écran (16:9)</PresentationFormat>
  <Paragraphs>238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Approfondi - ClassExpert</dc:title>
  <dc:subject>PptxGenJS Presentation</dc:subject>
  <dc:creator>Groupe ISM</dc:creator>
  <cp:lastModifiedBy>Zack Abess</cp:lastModifiedBy>
  <cp:revision>3</cp:revision>
  <dcterms:created xsi:type="dcterms:W3CDTF">2026-03-30T23:49:52Z</dcterms:created>
  <dcterms:modified xsi:type="dcterms:W3CDTF">2026-03-31T13:32:03Z</dcterms:modified>
</cp:coreProperties>
</file>