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7" d="100"/>
          <a:sy n="167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046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APPROFONDI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30251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ClassExpert — Migration SchoolArt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 ISM — Mars 2026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011680" cy="73152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Établissements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0" y="1005840"/>
            <a:ext cx="201168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265176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2,332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5176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Groupes d'élèves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005840"/>
            <a:ext cx="201168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31,850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5488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Élèves uniques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66560" y="1005840"/>
            <a:ext cx="201168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143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1.29M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58000" y="14813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0" y="16642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Enregistrements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011680"/>
            <a:ext cx="2011680" cy="73152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4,394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Matières uniques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6032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560320" y="2011680"/>
            <a:ext cx="201168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65176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Nationalités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65176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représentés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6344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011680"/>
            <a:ext cx="201168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5488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5488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Ressources humaines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766560" y="2011680"/>
            <a:ext cx="201168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66560" y="2011680"/>
            <a:ext cx="201168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0" y="2148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858000" y="24871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 d'historique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858000" y="2670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archivées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Scorecard qualité des données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005840"/>
          <a:ext cx="6400800" cy="32918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Domaine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Score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Statut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Intégrité notes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98.5%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Complétude élèves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Matières (doublons)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87%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UE (couverture)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53%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Périodes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75%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D97706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Assiduité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90%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</a:rPr>
                        <a:t>Cross-références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6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Matières — Problèmes identifiés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200400" cy="1005840"/>
          </a:xfrm>
          <a:prstGeom prst="rect">
            <a:avLst/>
          </a:prstGeom>
          <a:solidFill>
            <a:srgbClr val="F1F5F9"/>
          </a:solidFill>
          <a:ln w="254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10058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258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Groupes doublons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3200400" cy="1005840"/>
          </a:xfrm>
          <a:prstGeom prst="rect">
            <a:avLst/>
          </a:prstGeom>
          <a:solidFill>
            <a:srgbClr val="F1F5F9"/>
          </a:solidFill>
          <a:ln w="254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377440"/>
            <a:ext cx="73152" cy="10058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5146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 vides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3200400" cy="1005840"/>
          </a:xfrm>
          <a:prstGeom prst="rect">
            <a:avLst/>
          </a:prstGeom>
          <a:solidFill>
            <a:srgbClr val="F1F5F9"/>
          </a:solidFill>
          <a:ln w="254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566160"/>
            <a:ext cx="73152" cy="10058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03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5,775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Enregistrements incomplets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005840"/>
          <a:ext cx="4846320" cy="356616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Groupe de variantes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Compte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Anglais / English / ENG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89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Français / Francais / FRE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76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Mathématiques / Math / MAT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63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Physique / Physics / PHY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52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Chimie / Chemistry / CHM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48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Périodes &amp; Sessions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54864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périodes à supprimer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00600" y="914400"/>
            <a:ext cx="4114800" cy="54864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3480" y="960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placeholders XXXX détectés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3200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École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Périodes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Madiba Academy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27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À normaliser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Saint-Louis HS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À normaliser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Ngor School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À normaliser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Dakar Primary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OK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Plateau Elite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</a:rPr>
                        <a:t>Minimal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— Intégrité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743200" cy="8229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9875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390,315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enregistrées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914400"/>
            <a:ext cx="2743200" cy="8229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20440" y="9875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520440" y="1325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Valides 0-20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914400"/>
            <a:ext cx="2743200" cy="8229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9875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46520" y="1325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Fichiers peuplés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33 cas de notes uniformes suspectes détectés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219456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Classe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Notes identiques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Densité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3ème B - Math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156/162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96%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4ème A - Français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142/145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98%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5ème C - Histoire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128/130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98%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2nde D - SVT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134/138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97%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1ère ES - Philo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119/122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98%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Élèves — Complétude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37360" y="10515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1737360" y="1051560"/>
            <a:ext cx="502920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0" y="1051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37360" y="15087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1737360" y="1508760"/>
            <a:ext cx="4576572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1508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Nationalité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37360" y="19659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1737360" y="1965960"/>
            <a:ext cx="4475988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423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37360" y="24231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7360" y="2423160"/>
            <a:ext cx="4727448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737360" y="28803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37360" y="2880360"/>
            <a:ext cx="3922776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2880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337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Téléphone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737360" y="3337560"/>
            <a:ext cx="5120640" cy="3200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Shape 23"/>
          <p:cNvSpPr/>
          <p:nvPr/>
        </p:nvSpPr>
        <p:spPr>
          <a:xfrm>
            <a:off x="1737360" y="3337560"/>
            <a:ext cx="2665476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0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DOB suspectes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emails malformés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Taux complétude global : 84.2%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Assiduité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74320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223,751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94360" y="14173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enregistrées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83280" y="914400"/>
            <a:ext cx="274320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2044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20440" y="14173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1645920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absences/élève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914400"/>
            <a:ext cx="2743200" cy="9144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1005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5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46520" y="14173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Taux justification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8229600" cy="64008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classes à fort absentéisme (&gt;50 absences/élève)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0" y="2926080"/>
          <a:ext cx="4572000" cy="18288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Plage absences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Nombre d'élèves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Pct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0-5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8,542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26.8%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6-15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10,234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32.1%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16-30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8,105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25.4%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31-50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3,218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10.1%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&gt;50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1,751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5.5%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source/destination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4048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ClassExpert (source)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46320" y="914400"/>
            <a:ext cx="384048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SchoolArt (destination)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Notes (1.29M)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50876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Évaluations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94767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Élèves (31K)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94767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Apprenants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386584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Classes (2,332)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386584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Groupes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825496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Enseignants (202)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825496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Personnel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264408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Matières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3264408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Documents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370332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Assiduité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703320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</a:t>
            </a:r>
            <a:r>
              <a:rPr lang="en-US" sz="1200" dirty="0" err="1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Assiduité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14223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Périodes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4142232"/>
            <a:ext cx="36576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</a:t>
            </a:r>
            <a:r>
              <a:rPr lang="en-US" sz="1200" dirty="0" err="1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Périodes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nettoyage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74320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Critique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Normaliser matières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Purger périodes obsolètes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Déduplication élèves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005840"/>
            <a:ext cx="2743200" cy="3657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005840"/>
            <a:ext cx="27432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Important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16459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Enrichir UE vides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Compléter emails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Investiguer notes uniformes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005840"/>
            <a:ext cx="2743200" cy="3657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005840"/>
            <a:ext cx="2743200" cy="7315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143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Optionnel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29400" y="164592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Inférence sexe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téléphones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noms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migration — 8 semaines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9728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Nettoyage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Semaines 1-2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approfondie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Normalisation données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4884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0604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9164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9164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0020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qualité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1480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test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0896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Environnement staging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mappages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6636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6636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623560" y="1280160"/>
            <a:ext cx="105156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&amp; docs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0916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Semaines 5-6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1772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Préparation équipes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675120" y="105156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21792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Semaines 7-8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25146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prod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post-migration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PROCHAINES ÉTAPES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71600" y="155448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Validation des données par domaine expert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Développement des scripts de nettoyage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Tests de migration sur environnement staging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Formation équipe SchoolArt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Planification déploiement production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 ISM — Mars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500</Words>
  <Application>Microsoft Macintosh PowerPoint</Application>
  <PresentationFormat>Affichage à l'écran (16:9)</PresentationFormat>
  <Paragraphs>238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 Approfondi - ClassExpert</dc:title>
  <dc:subject>PptxGenJS Presentation</dc:subject>
  <dc:creator>Groupe ISM</dc:creator>
  <cp:lastModifiedBy>Zack Abess</cp:lastModifiedBy>
  <cp:revision>2</cp:revision>
  <dcterms:created xsi:type="dcterms:W3CDTF">2026-03-30T23:49:52Z</dcterms:created>
  <dcterms:modified xsi:type="dcterms:W3CDTF">2026-03-31T07:53:35Z</dcterms:modified>
</cp:coreProperties>
</file>